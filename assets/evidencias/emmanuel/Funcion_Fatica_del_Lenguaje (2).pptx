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Somos el equipo que va a exponer la función fática del lenguaje, la que se encarga del canal: abrirlo, mantenerlo y cerrarlo.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presentamos el contexto del trabajo: el programa, la competencia, el tema que nos correspondió y el objetivo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Jakobson plantea seis funciones, y cada una se define por el elemento del circuito comunicativo que predomina. La nuestra, la fática, se centra en el canal.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emisor y el receptor están unidos por un canal: el aire, el teléfono, el chat. La función fática se ocupa de ese canal. Por eso se le llama también función de contacto.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función fática actúa en tres momentos: abre el contacto, lo mantiene y lo cierra. Sus palabras casi no llevan contenido: sirven para verificar que el otro sigue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Miren el diálogo: casi nada de lo que dicen aporta datos nuevos. "¿Me escuchas bien?" abre, "ajá" mantiene, "chao" cierra. Todo eso es función fática.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una frase que es en sí misma un ejemplo de función fática: "cambio y fuera" no informa nada, solo cierra el canal.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85800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función fática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lenguaje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66928" y="2240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abierto el canal de la comunicación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31546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B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Matías Agudelo Bolívar, Emanuel Madrid, Diego Cartagena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B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 de ficha]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B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Instructora: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Kenia Naviye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Centro de Servicios y Gestión Empresarial ·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equ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Contraportada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2920" y="11430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ADSO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y lenguaje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asignado: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fática o de contacto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02920" y="251460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EAF4F4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3063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las seis funciones del lenguaje y explicar el uso, las características y los ejemplos de la función fática en la comunicación cotidiana.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funciones del lenguaje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función se define por el elemento de la comunicación en el que se centra.</a:t>
            </a:r>
            <a:endParaRPr lang="en-US" sz="1300" dirty="0"/>
          </a:p>
        </p:txBody>
      </p:sp>
      <p:pic>
        <p:nvPicPr>
          <p:cNvPr id="4" name="Image 0" descr="/home/claude/img/cuad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822960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función fática?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función centrada en el canal: no busca informar, sino comprobar que la comunicación sigue abierta.</a:t>
            </a:r>
            <a:endParaRPr lang="en-US" sz="1500" dirty="0"/>
          </a:p>
        </p:txBody>
      </p:sp>
      <p:pic>
        <p:nvPicPr>
          <p:cNvPr id="4" name="Image 0" descr="/home/claude/img/ca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08760"/>
            <a:ext cx="8503920" cy="2944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" y="438912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le llama función de contacto.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momentos del contacto</a:t>
            </a:r>
            <a:endParaRPr lang="en-US" sz="3200" dirty="0"/>
          </a:p>
        </p:txBody>
      </p:sp>
      <p:pic>
        <p:nvPicPr>
          <p:cNvPr id="3" name="Image 0" descr="/home/claude/img/f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3127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3434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expresiones son cortas y automáticas: saludos, muletillas y fórmulas de cortesía que no aportan información nueva.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una llamada telefónica</a:t>
            </a:r>
            <a:endParaRPr lang="en-US" sz="3200" dirty="0"/>
          </a:p>
        </p:txBody>
      </p:sp>
      <p:pic>
        <p:nvPicPr>
          <p:cNvPr id="3" name="Image 0" descr="/home/claude/img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896112"/>
            <a:ext cx="5943600" cy="3721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«¿Aló?», «ajá» y «chao» no cambian el contenido: solo confirman que la llamada sigue viva.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desped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2344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 por su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atención!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66928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Cerrando el canal de comunicación...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320040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33101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¿Dudas o preguntas sobre la función fática?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fática final: ¡cambio y fuera!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función fática del lenguaje</dc:title>
  <dc:subject>PptxGenJS Presentation</dc:subject>
  <dc:creator>SENA</dc:creator>
  <cp:lastModifiedBy>SENA</cp:lastModifiedBy>
  <cp:revision>1</cp:revision>
  <dcterms:created xsi:type="dcterms:W3CDTF">2026-08-19T03:58:16Z</dcterms:created>
  <dcterms:modified xsi:type="dcterms:W3CDTF">2026-08-19T03:58:16Z</dcterms:modified>
</cp:coreProperties>
</file>