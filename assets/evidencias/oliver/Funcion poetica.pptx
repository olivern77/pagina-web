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77" r:id="rId1"/>
  </p:sldMasterIdLst>
  <p:notesMasterIdLst>
    <p:notesMasterId r:id="rId9"/>
  </p:notesMasterIdLst>
  <p:sldIdLst>
    <p:sldId id="259" r:id="rId2"/>
    <p:sldId id="260" r:id="rId3"/>
    <p:sldId id="256" r:id="rId4"/>
    <p:sldId id="257" r:id="rId5"/>
    <p:sldId id="258" r:id="rId6"/>
    <p:sldId id="261" r:id="rId7"/>
    <p:sldId id="263" r:id="rId8"/>
  </p:sldIdLst>
  <p:sldSz cx="18288000" cy="10287000"/>
  <p:notesSz cx="6858000" cy="9144000"/>
  <p:embeddedFontLst>
    <p:embeddedFont>
      <p:font typeface="Aileron" panose="020B0604020202020204" charset="0"/>
      <p:regular r:id="rId10"/>
    </p:embeddedFont>
    <p:embeddedFont>
      <p:font typeface="Anton" pitchFamily="2" charset="0"/>
      <p:regular r:id="rId11"/>
    </p:embeddedFont>
    <p:embeddedFont>
      <p:font typeface="Georgia" panose="02040502050405020303" pitchFamily="18" charset="0"/>
      <p:regular r:id="rId12"/>
      <p:bold r:id="rId13"/>
      <p:italic r:id="rId14"/>
      <p:boldItalic r:id="rId15"/>
    </p:embeddedFont>
    <p:embeddedFont>
      <p:font typeface="IBM Plex Sans" panose="020B0503050203000203" pitchFamily="34" charset="0"/>
      <p:regular r:id="rId16"/>
    </p:embeddedFont>
    <p:embeddedFont>
      <p:font typeface="IBM Plex Sans Bold" panose="020B0604020202020204" charset="0"/>
      <p:regular r:id="rId17"/>
    </p:embeddedFont>
    <p:embeddedFont>
      <p:font typeface="IBM Plex Sans Bold Italics" panose="020B0604020202020204" charset="0"/>
      <p:regular r:id="rId18"/>
    </p:embeddedFont>
    <p:embeddedFont>
      <p:font typeface="Neue Haas Grotesk Text Pro" panose="020B0504020202020204" pitchFamily="3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63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3575B-FFAE-4F64-A1E1-41BDFD1108E9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E48098-E037-43AD-9BA7-AFAB459146E1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455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41148" y="1"/>
            <a:ext cx="18329148" cy="102985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889" y="2730730"/>
            <a:ext cx="7200900" cy="414328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890" y="7072232"/>
            <a:ext cx="5746311" cy="224492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1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42889" y="329184"/>
            <a:ext cx="4055666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53161" y="329184"/>
            <a:ext cx="2243048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775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826178" y="322287"/>
            <a:ext cx="2228850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8028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3" y="17849"/>
            <a:ext cx="18288002" cy="1029857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188" y="688880"/>
            <a:ext cx="8487702" cy="4037039"/>
          </a:xfrm>
        </p:spPr>
        <p:txBody>
          <a:bodyPr/>
          <a:lstStyle>
            <a:lvl1pPr>
              <a:defRPr sz="6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43396" y="774900"/>
            <a:ext cx="3890721" cy="244182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43398" y="329184"/>
            <a:ext cx="3756074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1" y="329184"/>
            <a:ext cx="1719575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937486" y="329184"/>
            <a:ext cx="833922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50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8283428" cy="10287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695765"/>
            <a:ext cx="18283428" cy="3591236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01649" y="6695765"/>
            <a:ext cx="5081780" cy="3591236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21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56484" y="329184"/>
            <a:ext cx="4110924" cy="5486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299143" y="329184"/>
            <a:ext cx="2936985" cy="5486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7043293" y="329184"/>
            <a:ext cx="673208" cy="5486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26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8271758" cy="1028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971" y="6467708"/>
            <a:ext cx="12878006" cy="3552450"/>
          </a:xfrm>
        </p:spPr>
        <p:txBody>
          <a:bodyPr anchor="b">
            <a:normAutofit/>
          </a:bodyPr>
          <a:lstStyle>
            <a:lvl1pPr>
              <a:defRPr sz="103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329184"/>
            <a:ext cx="3984267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201650" y="329184"/>
            <a:ext cx="2869884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937487" y="329184"/>
            <a:ext cx="833922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859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3"/>
            <a:ext cx="18288000" cy="43036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552" y="3208165"/>
            <a:ext cx="9649899" cy="2943224"/>
          </a:xfrm>
        </p:spPr>
        <p:txBody>
          <a:bodyPr anchor="t">
            <a:normAutofit/>
          </a:bodyPr>
          <a:lstStyle>
            <a:lvl1pPr>
              <a:defRPr sz="13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29950" y="322287"/>
            <a:ext cx="2228850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029952" y="3208164"/>
            <a:ext cx="5577630" cy="6164436"/>
          </a:xfrm>
        </p:spPr>
        <p:txBody>
          <a:bodyPr vert="horz" lIns="91440" tIns="45720" rIns="91440" bIns="45720" rtlCol="0" anchor="t">
            <a:normAutofit/>
          </a:bodyPr>
          <a:lstStyle>
            <a:lvl1pPr marL="685800" indent="-685800">
              <a:buFont typeface="+mj-lt"/>
              <a:buAutoNum type="arabicPeriod"/>
              <a:defRPr lang="en-US" sz="2100" dirty="0">
                <a:solidFill>
                  <a:schemeClr val="tx1"/>
                </a:solidFill>
              </a:defRPr>
            </a:lvl1pPr>
            <a:lvl2pPr marL="857250" indent="-514350">
              <a:buFont typeface="+mj-lt"/>
              <a:buAutoNum type="arabicPeriod"/>
              <a:defRPr lang="en-US" sz="2100" dirty="0">
                <a:solidFill>
                  <a:schemeClr val="tx1"/>
                </a:solidFill>
              </a:defRPr>
            </a:lvl2pPr>
            <a:lvl3pPr marL="1200150" indent="-514350">
              <a:buFont typeface="+mj-lt"/>
              <a:buAutoNum type="arabicPeriod"/>
              <a:defRPr lang="en-US" sz="21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21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21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50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14973" y="3833627"/>
            <a:ext cx="18288000" cy="65158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278" y="5222570"/>
            <a:ext cx="8244639" cy="3138408"/>
          </a:xfrm>
        </p:spPr>
        <p:txBody>
          <a:bodyPr anchor="t">
            <a:normAutofit/>
          </a:bodyPr>
          <a:lstStyle>
            <a:lvl1pPr>
              <a:defRPr sz="1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8288000" cy="3833627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0491" y="4101102"/>
            <a:ext cx="4090997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678351" y="4101102"/>
            <a:ext cx="2380067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974922" y="4101102"/>
            <a:ext cx="790043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678351" y="5222570"/>
            <a:ext cx="5874155" cy="4148831"/>
          </a:xfrm>
        </p:spPr>
        <p:txBody>
          <a:bodyPr vert="horz" lIns="91440" tIns="45720" rIns="91440" bIns="45720" rtlCol="0">
            <a:normAutofit/>
          </a:bodyPr>
          <a:lstStyle>
            <a:lvl1pPr marL="514350" indent="-514350">
              <a:lnSpc>
                <a:spcPct val="130000"/>
              </a:lnSpc>
              <a:buFont typeface="+mj-lt"/>
              <a:buAutoNum type="arabicPeriod"/>
              <a:defRPr lang="en-US" sz="2100" dirty="0">
                <a:solidFill>
                  <a:schemeClr val="tx1"/>
                </a:solidFill>
              </a:defRPr>
            </a:lvl1pPr>
            <a:lvl2pPr marL="857250" indent="-514350">
              <a:lnSpc>
                <a:spcPct val="130000"/>
              </a:lnSpc>
              <a:buFont typeface="+mj-lt"/>
              <a:buAutoNum type="arabicPeriod"/>
              <a:defRPr lang="en-US" sz="2100" dirty="0">
                <a:solidFill>
                  <a:schemeClr val="tx1"/>
                </a:solidFill>
              </a:defRPr>
            </a:lvl2pPr>
            <a:lvl3pPr marL="1200150" indent="-514350">
              <a:lnSpc>
                <a:spcPct val="130000"/>
              </a:lnSpc>
              <a:buFont typeface="+mj-lt"/>
              <a:buAutoNum type="arabicPeriod"/>
              <a:defRPr lang="en-US" sz="21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21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2100" dirty="0">
                <a:solidFill>
                  <a:schemeClr val="tx1"/>
                </a:solidFill>
              </a:defRPr>
            </a:lvl5pPr>
          </a:lstStyle>
          <a:p>
            <a:pPr marL="342900" lvl="0" indent="-342900"/>
            <a:r>
              <a:rPr lang="en-US"/>
              <a:t>Click to edit Master text styles</a:t>
            </a:r>
          </a:p>
          <a:p>
            <a:pPr marL="342900" lvl="1" indent="-342900"/>
            <a:r>
              <a:rPr lang="en-US"/>
              <a:t>Second level</a:t>
            </a:r>
          </a:p>
          <a:p>
            <a:pPr marL="342900" lvl="2" indent="-342900"/>
            <a:r>
              <a:rPr lang="en-US"/>
              <a:t>Third level</a:t>
            </a:r>
          </a:p>
          <a:p>
            <a:pPr marL="342900" lvl="3" indent="-342900"/>
            <a:r>
              <a:rPr lang="en-US"/>
              <a:t>Fourth level</a:t>
            </a:r>
          </a:p>
          <a:p>
            <a:pPr marL="342900" lvl="4" indent="-3429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418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9486902" y="2"/>
            <a:ext cx="8821881" cy="1028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277" y="1915485"/>
            <a:ext cx="8067401" cy="1478487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8590" y="322287"/>
            <a:ext cx="4089564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201650" y="322287"/>
            <a:ext cx="2912760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935443" y="322287"/>
            <a:ext cx="833922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216" y="3707604"/>
            <a:ext cx="8067402" cy="54941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4861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6610350"/>
            <a:ext cx="13716000" cy="3676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349" y="2830068"/>
            <a:ext cx="5261984" cy="4850892"/>
          </a:xfrm>
        </p:spPr>
        <p:txBody>
          <a:bodyPr anchor="t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312591"/>
            <a:ext cx="3798177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312591"/>
            <a:ext cx="3026322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944882" y="312591"/>
            <a:ext cx="829734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01102" y="2830068"/>
            <a:ext cx="6743700" cy="485089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946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654" y="1673352"/>
            <a:ext cx="3757896" cy="243618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4652" y="329184"/>
            <a:ext cx="4026072" cy="50749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61096" y="323735"/>
            <a:ext cx="2228850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947363" y="323735"/>
            <a:ext cx="823908" cy="507492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2654" y="4542784"/>
            <a:ext cx="3757896" cy="511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061096" y="1771650"/>
            <a:ext cx="13226904" cy="851535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21315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73352"/>
            <a:ext cx="6000750" cy="2028774"/>
          </a:xfrm>
        </p:spPr>
        <p:txBody>
          <a:bodyPr anchor="t">
            <a:normAutofit/>
          </a:bodyPr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329184"/>
            <a:ext cx="4091895" cy="50749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71849" y="329184"/>
            <a:ext cx="2621661" cy="50749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940923" y="324420"/>
            <a:ext cx="826670" cy="507492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1849" y="1657350"/>
            <a:ext cx="10387503" cy="2028774"/>
          </a:xfrm>
        </p:spPr>
        <p:txBody>
          <a:bodyPr>
            <a:normAutofit/>
          </a:bodyPr>
          <a:lstStyle>
            <a:lvl1pPr marL="428625" indent="-428625">
              <a:buFont typeface="Arial" panose="020B0604020202020204" pitchFamily="34" charset="0"/>
              <a:buNone/>
              <a:defRPr sz="2100"/>
            </a:lvl1pPr>
            <a:lvl2pPr marL="771525" indent="-428625">
              <a:buFont typeface="Arial" panose="020B0604020202020204" pitchFamily="34" charset="0"/>
              <a:buNone/>
              <a:defRPr sz="2100"/>
            </a:lvl2pPr>
            <a:lvl3pPr marL="1114425" indent="-428625">
              <a:buFont typeface="Arial" panose="020B0604020202020204" pitchFamily="34" charset="0"/>
              <a:buNone/>
              <a:defRPr sz="2100"/>
            </a:lvl3pPr>
            <a:lvl4pPr marL="1285875" indent="-257175">
              <a:buFont typeface="Arial" panose="020B0604020202020204" pitchFamily="34" charset="0"/>
              <a:buNone/>
              <a:defRPr sz="2100"/>
            </a:lvl4pPr>
            <a:lvl5pPr marL="1628775" indent="-257175">
              <a:buFont typeface="Arial" panose="020B0604020202020204" pitchFamily="34" charset="0"/>
              <a:buNone/>
              <a:defRPr sz="2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4407764"/>
            <a:ext cx="18288000" cy="5879237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233064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73353"/>
            <a:ext cx="3771900" cy="437837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8590" y="322287"/>
            <a:ext cx="3771900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35621" y="1"/>
            <a:ext cx="13152380" cy="597857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9200" y="6116442"/>
            <a:ext cx="2880360" cy="50749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937486" y="6116442"/>
            <a:ext cx="833922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6635364"/>
            <a:ext cx="12630150" cy="2737236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5988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2009" y="1673353"/>
            <a:ext cx="7871366" cy="149119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4652" y="329184"/>
            <a:ext cx="4400550" cy="50749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44869" y="313632"/>
            <a:ext cx="2766066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001278" y="313632"/>
            <a:ext cx="833922" cy="507492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1771650"/>
            <a:ext cx="7871366" cy="851535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22009" y="3200400"/>
            <a:ext cx="7871366" cy="6172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612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86" y="1673353"/>
            <a:ext cx="5411505" cy="4755818"/>
          </a:xfrm>
        </p:spPr>
        <p:txBody>
          <a:bodyPr anchor="t">
            <a:normAutofit/>
          </a:bodyPr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4652" y="322287"/>
            <a:ext cx="3895659" cy="50749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68864" y="322287"/>
            <a:ext cx="2380067" cy="50749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946415" y="322287"/>
            <a:ext cx="833922" cy="507492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68864" y="1669008"/>
            <a:ext cx="10390487" cy="2951712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100"/>
            </a:lvl1pPr>
            <a:lvl2pPr marL="342900" indent="0">
              <a:buFont typeface="Arial" panose="020B0604020202020204" pitchFamily="34" charset="0"/>
              <a:buNone/>
              <a:defRPr sz="2100"/>
            </a:lvl2pPr>
            <a:lvl3pPr marL="685800" indent="0">
              <a:buFont typeface="Arial" panose="020B0604020202020204" pitchFamily="34" charset="0"/>
              <a:buNone/>
              <a:defRPr sz="2100"/>
            </a:lvl3pPr>
            <a:lvl4pPr marL="1028700" indent="0">
              <a:buFont typeface="Arial" panose="020B0604020202020204" pitchFamily="34" charset="0"/>
              <a:buNone/>
              <a:defRPr sz="2100"/>
            </a:lvl4pPr>
            <a:lvl5pPr marL="1371600" indent="0">
              <a:buFont typeface="Arial" panose="020B0604020202020204" pitchFamily="34" charset="0"/>
              <a:buNone/>
              <a:defRPr sz="2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54619" y="5250305"/>
            <a:ext cx="10933382" cy="5036696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093405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590" y="5143502"/>
            <a:ext cx="3751961" cy="3827973"/>
          </a:xfrm>
        </p:spPr>
        <p:txBody>
          <a:bodyPr anchor="t">
            <a:normAutofit/>
          </a:bodyPr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"/>
            <a:ext cx="18288000" cy="405764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8590" y="4297935"/>
            <a:ext cx="4089564" cy="50749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9199" y="4297935"/>
            <a:ext cx="2951018" cy="50749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937486" y="4297935"/>
            <a:ext cx="833922" cy="507492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5143500"/>
            <a:ext cx="12315306" cy="451485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100"/>
            </a:lvl1pPr>
            <a:lvl2pPr marL="342900" indent="0">
              <a:buFont typeface="Arial" panose="020B0604020202020204" pitchFamily="34" charset="0"/>
              <a:buNone/>
              <a:defRPr sz="2100"/>
            </a:lvl2pPr>
            <a:lvl3pPr marL="685800" indent="0">
              <a:buFont typeface="Arial" panose="020B0604020202020204" pitchFamily="34" charset="0"/>
              <a:buNone/>
              <a:defRPr sz="2100"/>
            </a:lvl3pPr>
            <a:lvl4pPr marL="1028700" indent="0">
              <a:buFont typeface="Arial" panose="020B0604020202020204" pitchFamily="34" charset="0"/>
              <a:buNone/>
              <a:defRPr sz="2100"/>
            </a:lvl4pPr>
            <a:lvl5pPr marL="1371600" indent="0">
              <a:buFont typeface="Arial" panose="020B0604020202020204" pitchFamily="34" charset="0"/>
              <a:buNone/>
              <a:defRPr sz="2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4274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345" y="1673352"/>
            <a:ext cx="5404884" cy="211481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8050" y="313632"/>
            <a:ext cx="3771900" cy="50749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929029" y="329184"/>
            <a:ext cx="846512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345" y="4057650"/>
            <a:ext cx="5404884" cy="554355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402904" y="1763487"/>
            <a:ext cx="10885097" cy="8523513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57561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11439"/>
            <a:ext cx="6629400" cy="246116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1" y="1"/>
            <a:ext cx="7255179" cy="63212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1913" y="313632"/>
            <a:ext cx="4089564" cy="50749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201650" y="322287"/>
            <a:ext cx="2857875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915" y="1657350"/>
            <a:ext cx="8625572" cy="7715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719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1673352"/>
            <a:ext cx="4658003" cy="24547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8590" y="322287"/>
            <a:ext cx="4089564" cy="50749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83283" y="322287"/>
            <a:ext cx="3805482" cy="50749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939260" y="322287"/>
            <a:ext cx="833922" cy="507492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" y="4526280"/>
            <a:ext cx="5126853" cy="576072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3284" y="1657352"/>
            <a:ext cx="11214857" cy="8000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4813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2"/>
            <a:ext cx="18288000" cy="1029614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8600" y="7623569"/>
            <a:ext cx="6000750" cy="1753845"/>
          </a:xfrm>
        </p:spPr>
        <p:txBody>
          <a:bodyPr anchor="b">
            <a:normAutofit/>
          </a:bodyPr>
          <a:lstStyle>
            <a:lvl1pPr>
              <a:defRPr sz="3000" spc="-75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658600" y="313632"/>
            <a:ext cx="2956035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1483" y="1595438"/>
            <a:ext cx="15642431" cy="526256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9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570789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1"/>
            <a:ext cx="18288000" cy="7204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72" y="-1700784"/>
            <a:ext cx="15979140" cy="1371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8649" y="4328410"/>
            <a:ext cx="13201652" cy="5329940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9000" b="0" spc="-75" baseline="0">
                <a:solidFill>
                  <a:schemeClr val="tx1"/>
                </a:solidFill>
              </a:defRPr>
            </a:lvl1pPr>
            <a:lvl2pPr marL="342900" indent="0">
              <a:lnSpc>
                <a:spcPct val="85000"/>
              </a:lnSpc>
              <a:buNone/>
              <a:defRPr sz="6600" b="0" spc="-75" baseline="0">
                <a:solidFill>
                  <a:schemeClr val="tx1"/>
                </a:solidFill>
              </a:defRPr>
            </a:lvl2pPr>
            <a:lvl3pPr marL="685800" indent="0">
              <a:lnSpc>
                <a:spcPct val="85000"/>
              </a:lnSpc>
              <a:buNone/>
              <a:defRPr sz="6000" b="0" spc="-75" baseline="0">
                <a:solidFill>
                  <a:schemeClr val="tx1"/>
                </a:solidFill>
              </a:defRPr>
            </a:lvl3pPr>
            <a:lvl4pPr marL="1028700" indent="0">
              <a:lnSpc>
                <a:spcPct val="85000"/>
              </a:lnSpc>
              <a:buNone/>
              <a:defRPr sz="5400" b="0" spc="-75" baseline="0">
                <a:solidFill>
                  <a:schemeClr val="tx1"/>
                </a:solidFill>
              </a:defRPr>
            </a:lvl4pPr>
            <a:lvl5pPr marL="1371600" indent="0">
              <a:lnSpc>
                <a:spcPct val="85000"/>
              </a:lnSpc>
              <a:buNone/>
              <a:defRPr sz="4800" b="0" spc="-75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92530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8288000" cy="102961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0349" y="7311328"/>
            <a:ext cx="12759851" cy="999641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2100" b="0" cap="all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00349" y="2784144"/>
            <a:ext cx="12759851" cy="4283082"/>
          </a:xfrm>
        </p:spPr>
        <p:txBody>
          <a:bodyPr anchor="ctr">
            <a:normAutofit/>
          </a:bodyPr>
          <a:lstStyle>
            <a:lvl1pPr marL="246888" indent="-246888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7500" spc="-75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3948953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73353"/>
            <a:ext cx="12573000" cy="10524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7701" y="2850357"/>
            <a:ext cx="7386638" cy="652224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818237" y="2850357"/>
            <a:ext cx="7386638" cy="652224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23766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983" y="1398147"/>
            <a:ext cx="16253309" cy="10561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201650" y="322287"/>
            <a:ext cx="2880360" cy="5074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7982" y="2513421"/>
            <a:ext cx="7370879" cy="839751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7701" y="3427533"/>
            <a:ext cx="7351160" cy="59450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429750" y="2513421"/>
            <a:ext cx="7451541" cy="839751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419102" y="3427533"/>
            <a:ext cx="7474143" cy="59450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2362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187" y="1670266"/>
            <a:ext cx="12570464" cy="13142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320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683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8287999" cy="1028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590" y="1138428"/>
            <a:ext cx="11414502" cy="2602299"/>
          </a:xfrm>
        </p:spPr>
        <p:txBody>
          <a:bodyPr anchor="t">
            <a:noAutofit/>
          </a:bodyPr>
          <a:lstStyle>
            <a:lvl1pPr>
              <a:defRPr sz="10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50" y="4057652"/>
            <a:ext cx="13201650" cy="44213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8749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8287999" cy="10287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188" y="4057158"/>
            <a:ext cx="8198490" cy="4100076"/>
          </a:xfrm>
        </p:spPr>
        <p:txBody>
          <a:bodyPr/>
          <a:lstStyle>
            <a:lvl1pPr>
              <a:defRPr sz="10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458326" y="4057650"/>
            <a:ext cx="6615113" cy="23431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61492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 de texto"/>
          <p:cNvSpPr>
            <a:spLocks noGrp="1"/>
          </p:cNvSpPr>
          <p:nvPr>
            <p:ph type="dt" idx="10"/>
          </p:nvPr>
        </p:nvSpPr>
        <p:spPr>
          <a:xfrm>
            <a:off x="685800" y="9534524"/>
            <a:ext cx="3200400" cy="547688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r>
              <a:rPr lang="en-US" altLang="zh-CN" sz="180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Date/Time</a:t>
            </a:r>
            <a:endParaRPr lang="zh-CN" altLang="en-US" sz="18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8" name="Cuadro de texto"/>
          <p:cNvSpPr>
            <a:spLocks noGrp="1"/>
          </p:cNvSpPr>
          <p:nvPr>
            <p:ph type="ftr" idx="11"/>
          </p:nvPr>
        </p:nvSpPr>
        <p:spPr>
          <a:xfrm>
            <a:off x="4686300" y="9534524"/>
            <a:ext cx="4343400" cy="547688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8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9" name="Cuadro de texto"/>
          <p:cNvSpPr>
            <a:spLocks noGrp="1"/>
          </p:cNvSpPr>
          <p:nvPr>
            <p:ph type="sldNum" idx="12"/>
          </p:nvPr>
        </p:nvSpPr>
        <p:spPr>
          <a:xfrm>
            <a:off x="9829800" y="9534524"/>
            <a:ext cx="3200400" cy="547688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8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43374"/>
      </p:ext>
    </p:extLst>
  </p:cSld>
  <p:clrMapOvr>
    <a:masterClrMapping/>
  </p:clrMapOvr>
  <p:hf sldNum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5731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187" y="1670266"/>
            <a:ext cx="14913614" cy="13142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4126" y="3200400"/>
            <a:ext cx="14913614" cy="6457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590" y="322287"/>
            <a:ext cx="4089564" cy="507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5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201650" y="322287"/>
            <a:ext cx="2880360" cy="507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50" cap="all" baseline="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937486" y="322287"/>
            <a:ext cx="833922" cy="507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50" cap="all" baseline="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876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  <p:sldLayoutId id="2147483795" r:id="rId18"/>
    <p:sldLayoutId id="2147483796" r:id="rId19"/>
    <p:sldLayoutId id="2147483797" r:id="rId20"/>
    <p:sldLayoutId id="2147483798" r:id="rId21"/>
    <p:sldLayoutId id="2147483799" r:id="rId22"/>
    <p:sldLayoutId id="2147483800" r:id="rId23"/>
    <p:sldLayoutId id="2147483801" r:id="rId24"/>
    <p:sldLayoutId id="2147483802" r:id="rId25"/>
    <p:sldLayoutId id="2147483803" r:id="rId26"/>
    <p:sldLayoutId id="2147483804" r:id="rId27"/>
    <p:sldLayoutId id="2147483805" r:id="rId28"/>
    <p:sldLayoutId id="2147483806" r:id="rId29"/>
  </p:sldLayoutIdLst>
  <p:txStyles>
    <p:titleStyle>
      <a:lvl1pPr algn="l" defTabSz="1371600" rtl="0" eaLnBrk="1" latinLnBrk="0" hangingPunct="1">
        <a:lnSpc>
          <a:spcPct val="85000"/>
        </a:lnSpc>
        <a:spcBef>
          <a:spcPct val="0"/>
        </a:spcBef>
        <a:buNone/>
        <a:defRPr sz="4500" b="0" kern="1200" spc="-165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371600" rtl="0" eaLnBrk="1" latinLnBrk="0" hangingPunct="1">
        <a:lnSpc>
          <a:spcPct val="120000"/>
        </a:lnSpc>
        <a:spcBef>
          <a:spcPts val="1500"/>
        </a:spcBef>
        <a:buFont typeface="Arial" panose="020B0604020202020204" pitchFamily="34" charset="0"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13716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13716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13716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13716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Óvalo"/>
          <p:cNvSpPr>
            <a:spLocks/>
          </p:cNvSpPr>
          <p:nvPr/>
        </p:nvSpPr>
        <p:spPr>
          <a:xfrm>
            <a:off x="13373100" y="685801"/>
            <a:ext cx="2811777" cy="2811779"/>
          </a:xfrm>
          <a:prstGeom prst="ellipse">
            <a:avLst/>
          </a:prstGeom>
          <a:solidFill>
            <a:srgbClr val="D6AE65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/>
          <a:lstStyle/>
          <a:p>
            <a:endParaRPr lang="es-CO" sz="2700"/>
          </a:p>
        </p:txBody>
      </p:sp>
      <p:sp>
        <p:nvSpPr>
          <p:cNvPr id="11" name="Óvalo"/>
          <p:cNvSpPr>
            <a:spLocks/>
          </p:cNvSpPr>
          <p:nvPr/>
        </p:nvSpPr>
        <p:spPr>
          <a:xfrm>
            <a:off x="13990320" y="685800"/>
            <a:ext cx="2441448" cy="2441448"/>
          </a:xfrm>
          <a:prstGeom prst="ellipse">
            <a:avLst/>
          </a:prstGeom>
          <a:solidFill>
            <a:srgbClr val="120F18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/>
          <a:lstStyle/>
          <a:p>
            <a:endParaRPr lang="es-CO" sz="2700"/>
          </a:p>
        </p:txBody>
      </p:sp>
      <p:sp>
        <p:nvSpPr>
          <p:cNvPr id="12" name="Óvalo"/>
          <p:cNvSpPr>
            <a:spLocks/>
          </p:cNvSpPr>
          <p:nvPr/>
        </p:nvSpPr>
        <p:spPr>
          <a:xfrm>
            <a:off x="11864340" y="1645921"/>
            <a:ext cx="137160" cy="137159"/>
          </a:xfrm>
          <a:prstGeom prst="ellipse">
            <a:avLst/>
          </a:prstGeom>
          <a:solidFill>
            <a:srgbClr val="F5EBD7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/>
          <a:lstStyle/>
          <a:p>
            <a:endParaRPr lang="es-CO" sz="2700"/>
          </a:p>
        </p:txBody>
      </p:sp>
      <p:sp>
        <p:nvSpPr>
          <p:cNvPr id="13" name="Óvalo"/>
          <p:cNvSpPr>
            <a:spLocks/>
          </p:cNvSpPr>
          <p:nvPr/>
        </p:nvSpPr>
        <p:spPr>
          <a:xfrm>
            <a:off x="16390622" y="2125980"/>
            <a:ext cx="96011" cy="96012"/>
          </a:xfrm>
          <a:prstGeom prst="ellipse">
            <a:avLst/>
          </a:prstGeom>
          <a:solidFill>
            <a:srgbClr val="CA85AA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/>
          <a:lstStyle/>
          <a:p>
            <a:endParaRPr lang="es-CO" sz="2700"/>
          </a:p>
        </p:txBody>
      </p:sp>
      <p:sp>
        <p:nvSpPr>
          <p:cNvPr id="14" name="Óvalo"/>
          <p:cNvSpPr>
            <a:spLocks/>
          </p:cNvSpPr>
          <p:nvPr/>
        </p:nvSpPr>
        <p:spPr>
          <a:xfrm>
            <a:off x="12618721" y="4183380"/>
            <a:ext cx="82295" cy="82296"/>
          </a:xfrm>
          <a:prstGeom prst="ellipse">
            <a:avLst/>
          </a:prstGeom>
          <a:solidFill>
            <a:srgbClr val="D6AE65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/>
          <a:lstStyle/>
          <a:p>
            <a:endParaRPr lang="es-CO" sz="2700"/>
          </a:p>
        </p:txBody>
      </p:sp>
      <p:sp>
        <p:nvSpPr>
          <p:cNvPr id="15" name="Óvalo"/>
          <p:cNvSpPr>
            <a:spLocks/>
          </p:cNvSpPr>
          <p:nvPr/>
        </p:nvSpPr>
        <p:spPr>
          <a:xfrm>
            <a:off x="16664942" y="4869180"/>
            <a:ext cx="123444" cy="123444"/>
          </a:xfrm>
          <a:prstGeom prst="ellipse">
            <a:avLst/>
          </a:prstGeom>
          <a:solidFill>
            <a:srgbClr val="F5EBD7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/>
          <a:lstStyle/>
          <a:p>
            <a:endParaRPr lang="es-CO" sz="2700"/>
          </a:p>
        </p:txBody>
      </p:sp>
      <p:sp>
        <p:nvSpPr>
          <p:cNvPr id="16" name="Rectángulo"/>
          <p:cNvSpPr>
            <a:spLocks/>
          </p:cNvSpPr>
          <p:nvPr/>
        </p:nvSpPr>
        <p:spPr>
          <a:xfrm>
            <a:off x="1371600" y="2117006"/>
            <a:ext cx="3854901" cy="96949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137160" tIns="68580" rIns="137160" bIns="68580" anchor="ctr" anchorCtr="0">
            <a:prstTxWarp prst="textNoShape">
              <a:avLst/>
            </a:prstTxWarp>
            <a:spAutoFit/>
          </a:bodyPr>
          <a:lstStyle/>
          <a:p>
            <a:r>
              <a:rPr lang="en-US" altLang="zh-CN" sz="5400" b="1">
                <a:solidFill>
                  <a:srgbClr val="F5EBD7"/>
                </a:solidFill>
                <a:latin typeface="Georgia" charset="0"/>
                <a:ea typeface="宋体" charset="0"/>
                <a:cs typeface="Calibri" charset="0"/>
              </a:rPr>
              <a:t>FUNCIÓN</a:t>
            </a:r>
            <a:endParaRPr lang="zh-CN" altLang="en-US" sz="5400" b="1">
              <a:solidFill>
                <a:srgbClr val="F5EBD7"/>
              </a:solidFill>
              <a:latin typeface="Georgia" charset="0"/>
              <a:ea typeface="宋体" charset="0"/>
              <a:cs typeface="Calibri" charset="0"/>
            </a:endParaRPr>
          </a:p>
        </p:txBody>
      </p:sp>
      <p:sp>
        <p:nvSpPr>
          <p:cNvPr id="17" name="Rectángulo"/>
          <p:cNvSpPr>
            <a:spLocks/>
          </p:cNvSpPr>
          <p:nvPr/>
        </p:nvSpPr>
        <p:spPr>
          <a:xfrm>
            <a:off x="1371601" y="2896746"/>
            <a:ext cx="5134098" cy="133882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137160" tIns="68580" rIns="137160" bIns="68580" anchor="ctr" anchorCtr="0">
            <a:prstTxWarp prst="textNoShape">
              <a:avLst/>
            </a:prstTxWarp>
            <a:spAutoFit/>
          </a:bodyPr>
          <a:lstStyle/>
          <a:p>
            <a:r>
              <a:rPr lang="en-US" altLang="zh-CN" sz="7800" b="1" i="1">
                <a:solidFill>
                  <a:srgbClr val="CA85AA"/>
                </a:solidFill>
                <a:latin typeface="Georgia" charset="0"/>
                <a:ea typeface="宋体" charset="0"/>
                <a:cs typeface="Calibri" charset="0"/>
              </a:rPr>
              <a:t>POÉTICA</a:t>
            </a:r>
            <a:endParaRPr lang="zh-CN" altLang="en-US" sz="7800" b="1" i="1">
              <a:solidFill>
                <a:srgbClr val="CA85AA"/>
              </a:solidFill>
              <a:latin typeface="Georgia" charset="0"/>
              <a:ea typeface="宋体" charset="0"/>
              <a:cs typeface="Calibri" charset="0"/>
            </a:endParaRPr>
          </a:p>
        </p:txBody>
      </p:sp>
      <p:sp>
        <p:nvSpPr>
          <p:cNvPr id="18" name="Rectángulo"/>
          <p:cNvSpPr>
            <a:spLocks/>
          </p:cNvSpPr>
          <p:nvPr/>
        </p:nvSpPr>
        <p:spPr>
          <a:xfrm>
            <a:off x="1399032" y="4389121"/>
            <a:ext cx="2811777" cy="34289"/>
          </a:xfrm>
          <a:prstGeom prst="rect">
            <a:avLst/>
          </a:prstGeom>
          <a:solidFill>
            <a:srgbClr val="D6AE65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/>
          <a:lstStyle/>
          <a:p>
            <a:endParaRPr lang="es-CO" sz="2700"/>
          </a:p>
        </p:txBody>
      </p:sp>
      <p:sp>
        <p:nvSpPr>
          <p:cNvPr id="19" name="Rectángulo"/>
          <p:cNvSpPr>
            <a:spLocks/>
          </p:cNvSpPr>
          <p:nvPr/>
        </p:nvSpPr>
        <p:spPr>
          <a:xfrm>
            <a:off x="1371600" y="4863824"/>
            <a:ext cx="5077993" cy="110799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137160" tIns="68580" rIns="137160" bIns="68580" anchor="ctr" anchorCtr="0">
            <a:prstTxWarp prst="textNoShape">
              <a:avLst/>
            </a:prstTxWarp>
            <a:spAutoFit/>
          </a:bodyPr>
          <a:lstStyle/>
          <a:p>
            <a:r>
              <a:rPr lang="en-US" altLang="zh-CN" sz="3150" i="1">
                <a:solidFill>
                  <a:srgbClr val="BEAAB9"/>
                </a:solidFill>
                <a:latin typeface="Georgia" charset="0"/>
                <a:ea typeface="宋体" charset="0"/>
                <a:cs typeface="Calibri" charset="0"/>
              </a:rPr>
              <a:t>El lenguaje también puede
convertirse en arte.</a:t>
            </a:r>
            <a:endParaRPr lang="zh-CN" altLang="en-US" sz="3150" i="1">
              <a:solidFill>
                <a:srgbClr val="BEAAB9"/>
              </a:solidFill>
              <a:latin typeface="Georgia" charset="0"/>
              <a:ea typeface="宋体" charset="0"/>
              <a:cs typeface="Calibri" charset="0"/>
            </a:endParaRPr>
          </a:p>
        </p:txBody>
      </p:sp>
      <p:sp>
        <p:nvSpPr>
          <p:cNvPr id="20" name="Rectángulo"/>
          <p:cNvSpPr>
            <a:spLocks/>
          </p:cNvSpPr>
          <p:nvPr/>
        </p:nvSpPr>
        <p:spPr>
          <a:xfrm>
            <a:off x="1399032" y="7621912"/>
            <a:ext cx="1522533" cy="3924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137160" tIns="68580" rIns="137160" bIns="68580" anchor="ctr" anchorCtr="0">
            <a:prstTxWarp prst="textNoShape">
              <a:avLst/>
            </a:prstTxWarp>
            <a:spAutoFit/>
          </a:bodyPr>
          <a:lstStyle/>
          <a:p>
            <a:r>
              <a:rPr lang="en-US" altLang="zh-CN" sz="1650" b="1">
                <a:solidFill>
                  <a:srgbClr val="D6AE65"/>
                </a:solidFill>
                <a:latin typeface="Aptos" charset="0"/>
                <a:ea typeface="宋体" charset="0"/>
                <a:cs typeface="Calibri" charset="0"/>
              </a:rPr>
              <a:t>SENA · ADSO</a:t>
            </a:r>
            <a:endParaRPr lang="zh-CN" altLang="en-US" sz="1650" b="1">
              <a:solidFill>
                <a:srgbClr val="D6AE65"/>
              </a:solidFill>
              <a:latin typeface="Aptos" charset="0"/>
              <a:ea typeface="宋体" charset="0"/>
              <a:cs typeface="Calibri" charset="0"/>
            </a:endParaRPr>
          </a:p>
        </p:txBody>
      </p:sp>
      <p:sp>
        <p:nvSpPr>
          <p:cNvPr id="21" name="Rectángulo"/>
          <p:cNvSpPr>
            <a:spLocks/>
          </p:cNvSpPr>
          <p:nvPr/>
        </p:nvSpPr>
        <p:spPr>
          <a:xfrm>
            <a:off x="1399032" y="8086082"/>
            <a:ext cx="1487587" cy="36933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137160" tIns="68580" rIns="137160" bIns="68580" anchor="ctr" anchorCtr="0">
            <a:prstTxWarp prst="textNoShape">
              <a:avLst/>
            </a:prstTxWarp>
            <a:spAutoFit/>
          </a:bodyPr>
          <a:lstStyle/>
          <a:p>
            <a:r>
              <a:rPr lang="en-US" altLang="zh-CN" sz="1500">
                <a:solidFill>
                  <a:srgbClr val="BEAAB9"/>
                </a:solidFill>
                <a:latin typeface="Aptos" charset="0"/>
                <a:ea typeface="宋体" charset="0"/>
                <a:cs typeface="Calibri" charset="0"/>
              </a:rPr>
              <a:t>Ficha 3406211</a:t>
            </a:r>
            <a:endParaRPr lang="zh-CN" altLang="en-US" sz="1500">
              <a:solidFill>
                <a:srgbClr val="BEAAB9"/>
              </a:solidFill>
              <a:latin typeface="Aptos" charset="0"/>
              <a:ea typeface="宋体" charset="0"/>
              <a:cs typeface="Calibri" charset="0"/>
            </a:endParaRPr>
          </a:p>
        </p:txBody>
      </p:sp>
      <p:sp>
        <p:nvSpPr>
          <p:cNvPr id="22" name="Rectángulo"/>
          <p:cNvSpPr>
            <a:spLocks/>
          </p:cNvSpPr>
          <p:nvPr/>
        </p:nvSpPr>
        <p:spPr>
          <a:xfrm>
            <a:off x="1399032" y="8678044"/>
            <a:ext cx="814967" cy="3924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137160" tIns="68580" rIns="137160" bIns="68580" anchor="ctr" anchorCtr="0">
            <a:prstTxWarp prst="textNoShape">
              <a:avLst/>
            </a:prstTxWarp>
            <a:spAutoFit/>
          </a:bodyPr>
          <a:lstStyle/>
          <a:p>
            <a:r>
              <a:rPr lang="en-US" altLang="zh-CN" sz="1650" b="1">
                <a:solidFill>
                  <a:srgbClr val="F5EBD7"/>
                </a:solidFill>
                <a:latin typeface="Aptos" charset="0"/>
                <a:ea typeface="宋体" charset="0"/>
                <a:cs typeface="Calibri" charset="0"/>
              </a:rPr>
              <a:t>Kenia</a:t>
            </a:r>
            <a:endParaRPr lang="zh-CN" altLang="en-US" sz="1650" b="1">
              <a:solidFill>
                <a:srgbClr val="F5EBD7"/>
              </a:solidFill>
              <a:latin typeface="Aptos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915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Óvalo"/>
          <p:cNvSpPr>
            <a:spLocks/>
          </p:cNvSpPr>
          <p:nvPr/>
        </p:nvSpPr>
        <p:spPr>
          <a:xfrm>
            <a:off x="-1097280" y="-891540"/>
            <a:ext cx="4251960" cy="4251960"/>
          </a:xfrm>
          <a:prstGeom prst="ellipse">
            <a:avLst/>
          </a:prstGeom>
          <a:solidFill>
            <a:srgbClr val="CA85AA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/>
          <a:lstStyle/>
          <a:p>
            <a:endParaRPr lang="es-CO" sz="2700"/>
          </a:p>
        </p:txBody>
      </p:sp>
      <p:sp>
        <p:nvSpPr>
          <p:cNvPr id="32" name="Óvalo"/>
          <p:cNvSpPr>
            <a:spLocks/>
          </p:cNvSpPr>
          <p:nvPr/>
        </p:nvSpPr>
        <p:spPr>
          <a:xfrm>
            <a:off x="14881861" y="6926581"/>
            <a:ext cx="4526279" cy="4526279"/>
          </a:xfrm>
          <a:prstGeom prst="ellipse">
            <a:avLst/>
          </a:prstGeom>
          <a:solidFill>
            <a:srgbClr val="D6AE65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/>
          <a:lstStyle/>
          <a:p>
            <a:endParaRPr lang="es-CO" sz="2700"/>
          </a:p>
        </p:txBody>
      </p:sp>
      <p:sp>
        <p:nvSpPr>
          <p:cNvPr id="33" name="Óvalo"/>
          <p:cNvSpPr>
            <a:spLocks/>
          </p:cNvSpPr>
          <p:nvPr/>
        </p:nvSpPr>
        <p:spPr>
          <a:xfrm>
            <a:off x="13578841" y="-1303020"/>
            <a:ext cx="3017519" cy="3017519"/>
          </a:xfrm>
          <a:prstGeom prst="ellipse">
            <a:avLst/>
          </a:prstGeom>
          <a:solidFill>
            <a:srgbClr val="F5EBD7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/>
          <a:lstStyle/>
          <a:p>
            <a:endParaRPr lang="es-CO" sz="2700"/>
          </a:p>
        </p:txBody>
      </p:sp>
      <p:sp>
        <p:nvSpPr>
          <p:cNvPr id="34" name="Rectángulo"/>
          <p:cNvSpPr>
            <a:spLocks/>
          </p:cNvSpPr>
          <p:nvPr/>
        </p:nvSpPr>
        <p:spPr>
          <a:xfrm>
            <a:off x="4509913" y="2427222"/>
            <a:ext cx="9359614" cy="152349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137160" tIns="68580" rIns="137160" bIns="68580" anchor="ctr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4500" i="1">
                <a:solidFill>
                  <a:srgbClr val="F5EBD7"/>
                </a:solidFill>
                <a:latin typeface="Georgia" charset="0"/>
                <a:ea typeface="宋体" charset="0"/>
                <a:cs typeface="Calibri" charset="0"/>
              </a:rPr>
              <a:t>“Las palabras no solo dicen;
también evocan, sugieren y crean.”</a:t>
            </a:r>
            <a:endParaRPr lang="zh-CN" altLang="en-US" sz="4500" i="1">
              <a:solidFill>
                <a:srgbClr val="F5EBD7"/>
              </a:solidFill>
              <a:latin typeface="Georgia" charset="0"/>
              <a:ea typeface="宋体" charset="0"/>
              <a:cs typeface="Calibri" charset="0"/>
            </a:endParaRPr>
          </a:p>
        </p:txBody>
      </p:sp>
      <p:sp>
        <p:nvSpPr>
          <p:cNvPr id="35" name="Rectángulo"/>
          <p:cNvSpPr>
            <a:spLocks/>
          </p:cNvSpPr>
          <p:nvPr/>
        </p:nvSpPr>
        <p:spPr>
          <a:xfrm>
            <a:off x="7749540" y="4594859"/>
            <a:ext cx="2743200" cy="34289"/>
          </a:xfrm>
          <a:prstGeom prst="rect">
            <a:avLst/>
          </a:prstGeom>
          <a:solidFill>
            <a:srgbClr val="D6AE65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/>
          <a:lstStyle/>
          <a:p>
            <a:endParaRPr lang="es-CO" sz="2700"/>
          </a:p>
        </p:txBody>
      </p:sp>
      <p:sp>
        <p:nvSpPr>
          <p:cNvPr id="36" name="Rectángulo"/>
          <p:cNvSpPr>
            <a:spLocks/>
          </p:cNvSpPr>
          <p:nvPr/>
        </p:nvSpPr>
        <p:spPr>
          <a:xfrm>
            <a:off x="7519568" y="5168254"/>
            <a:ext cx="3271728" cy="55399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137160" tIns="68580" rIns="137160" bIns="68580" anchor="ctr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2700" b="1">
                <a:solidFill>
                  <a:srgbClr val="CA85AA"/>
                </a:solidFill>
                <a:latin typeface="Aptos" charset="0"/>
                <a:ea typeface="宋体" charset="0"/>
                <a:cs typeface="Calibri" charset="0"/>
              </a:rPr>
              <a:t>FUNCIÓN POÉTICA</a:t>
            </a:r>
            <a:endParaRPr lang="zh-CN" altLang="en-US" sz="2700" b="1">
              <a:solidFill>
                <a:srgbClr val="CA85AA"/>
              </a:solidFill>
              <a:latin typeface="Aptos" charset="0"/>
              <a:ea typeface="宋体" charset="0"/>
              <a:cs typeface="Calibri" charset="0"/>
            </a:endParaRPr>
          </a:p>
        </p:txBody>
      </p:sp>
      <p:sp>
        <p:nvSpPr>
          <p:cNvPr id="37" name="Rectángulo"/>
          <p:cNvSpPr>
            <a:spLocks/>
          </p:cNvSpPr>
          <p:nvPr/>
        </p:nvSpPr>
        <p:spPr>
          <a:xfrm>
            <a:off x="5092939" y="7310794"/>
            <a:ext cx="8124980" cy="43858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137160" tIns="68580" rIns="137160" bIns="68580" anchor="ctr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950">
                <a:solidFill>
                  <a:srgbClr val="FAF8F5"/>
                </a:solidFill>
                <a:latin typeface="Aptos" charset="0"/>
                <a:ea typeface="宋体" charset="0"/>
                <a:cs typeface="Calibri" charset="0"/>
              </a:rPr>
              <a:t>Samuel Salazar Nanclares  ·  Oliver Nieto Osorio  ·  Sara Sofía David David</a:t>
            </a:r>
            <a:endParaRPr lang="zh-CN" altLang="en-US" sz="1950">
              <a:solidFill>
                <a:srgbClr val="FAF8F5"/>
              </a:solidFill>
              <a:latin typeface="Aptos" charset="0"/>
              <a:ea typeface="宋体" charset="0"/>
              <a:cs typeface="Calibri" charset="0"/>
            </a:endParaRPr>
          </a:p>
        </p:txBody>
      </p:sp>
      <p:sp>
        <p:nvSpPr>
          <p:cNvPr id="38" name="Rectángulo"/>
          <p:cNvSpPr>
            <a:spLocks/>
          </p:cNvSpPr>
          <p:nvPr/>
        </p:nvSpPr>
        <p:spPr>
          <a:xfrm>
            <a:off x="7588028" y="8108830"/>
            <a:ext cx="3066224" cy="3924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137160" tIns="68580" rIns="137160" bIns="68580" anchor="ctr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650">
                <a:solidFill>
                  <a:srgbClr val="BEAAB9"/>
                </a:solidFill>
                <a:latin typeface="Aptos" charset="0"/>
                <a:ea typeface="宋体" charset="0"/>
                <a:cs typeface="Calibri" charset="0"/>
              </a:rPr>
              <a:t>SENA / ADSO  ·  Ficha 3406211</a:t>
            </a:r>
            <a:endParaRPr lang="zh-CN" altLang="en-US" sz="1650">
              <a:solidFill>
                <a:srgbClr val="BEAAB9"/>
              </a:solidFill>
              <a:latin typeface="Aptos" charset="0"/>
              <a:ea typeface="宋体" charset="0"/>
              <a:cs typeface="Calibri" charset="0"/>
            </a:endParaRPr>
          </a:p>
        </p:txBody>
      </p:sp>
      <p:sp>
        <p:nvSpPr>
          <p:cNvPr id="39" name="Rectángulo"/>
          <p:cNvSpPr>
            <a:spLocks/>
          </p:cNvSpPr>
          <p:nvPr/>
        </p:nvSpPr>
        <p:spPr>
          <a:xfrm>
            <a:off x="8713658" y="8863212"/>
            <a:ext cx="814967" cy="3924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137160" tIns="68580" rIns="137160" bIns="68580" anchor="ctr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650" b="1">
                <a:solidFill>
                  <a:srgbClr val="D6AE65"/>
                </a:solidFill>
                <a:latin typeface="Aptos" charset="0"/>
                <a:ea typeface="宋体" charset="0"/>
                <a:cs typeface="Calibri" charset="0"/>
              </a:rPr>
              <a:t>Kenia</a:t>
            </a:r>
            <a:endParaRPr lang="zh-CN" altLang="en-US" sz="1650" b="1">
              <a:solidFill>
                <a:srgbClr val="D6AE65"/>
              </a:solidFill>
              <a:latin typeface="Aptos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961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678234" y="1534114"/>
          <a:ext cx="16931532" cy="8220074"/>
        </p:xfrm>
        <a:graphic>
          <a:graphicData uri="http://schemas.openxmlformats.org/drawingml/2006/table">
            <a:tbl>
              <a:tblPr/>
              <a:tblGrid>
                <a:gridCol w="4232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2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2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34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306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Función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Elemento Focal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Propósito Principal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Ilustrativo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0235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Referencial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Contexto / Realidad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Transmitir información objetiva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"La reunión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es a las 3:00 PM."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6169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Emotiva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Emisor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Expresar sentimientos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y emociones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"¡Qué alegría me da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verte!"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6169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Apelativa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Receptor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Influir,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ordenar o persuadir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"Por favor, presta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atención."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6169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Metalingüística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Canal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Iniciar,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mantener o cerrar contacto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"¿Me escuchas bien al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teléfono?"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96169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Fática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Código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Explicar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la propia lengua o léxico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"'Cantar' es un verbo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infinitivo."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2103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Poética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Mensaje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Crear un efecto estético y bello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"Sus ojos son dos luceros."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4362519" y="53910"/>
            <a:ext cx="8999912" cy="1053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9"/>
              </a:lnSpc>
              <a:spcBef>
                <a:spcPct val="0"/>
              </a:spcBef>
            </a:pPr>
            <a:r>
              <a:rPr lang="en-US" sz="5000" dirty="0">
                <a:solidFill>
                  <a:srgbClr val="F1EFE7"/>
                </a:solidFill>
                <a:latin typeface="Anton"/>
                <a:ea typeface="Anton"/>
                <a:cs typeface="Anton"/>
                <a:sym typeface="Anton"/>
              </a:rPr>
              <a:t>FUNCIONES DEL LENGUAJE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71777" y="1619110"/>
            <a:ext cx="6691464" cy="7062440"/>
            <a:chOff x="0" y="0"/>
            <a:chExt cx="1333037" cy="14069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3037" cy="1406940"/>
            </a:xfrm>
            <a:custGeom>
              <a:avLst/>
              <a:gdLst/>
              <a:ahLst/>
              <a:cxnLst/>
              <a:rect l="l" t="t" r="r" b="b"/>
              <a:pathLst>
                <a:path w="1333037" h="1406940">
                  <a:moveTo>
                    <a:pt x="444586" y="19070"/>
                  </a:moveTo>
                  <a:cubicBezTo>
                    <a:pt x="512706" y="7556"/>
                    <a:pt x="590622" y="0"/>
                    <a:pt x="666877" y="0"/>
                  </a:cubicBezTo>
                  <a:cubicBezTo>
                    <a:pt x="743135" y="0"/>
                    <a:pt x="816513" y="6476"/>
                    <a:pt x="884134" y="17990"/>
                  </a:cubicBezTo>
                  <a:cubicBezTo>
                    <a:pt x="885575" y="18350"/>
                    <a:pt x="887013" y="18350"/>
                    <a:pt x="888451" y="18710"/>
                  </a:cubicBezTo>
                  <a:cubicBezTo>
                    <a:pt x="1142397" y="64765"/>
                    <a:pt x="1329440" y="186379"/>
                    <a:pt x="1333037" y="341700"/>
                  </a:cubicBezTo>
                  <a:lnTo>
                    <a:pt x="1333037" y="1406940"/>
                  </a:lnTo>
                  <a:lnTo>
                    <a:pt x="0" y="1406940"/>
                  </a:lnTo>
                  <a:lnTo>
                    <a:pt x="0" y="342490"/>
                  </a:lnTo>
                  <a:cubicBezTo>
                    <a:pt x="3597" y="185660"/>
                    <a:pt x="187762" y="64045"/>
                    <a:pt x="444586" y="19070"/>
                  </a:cubicBezTo>
                  <a:close/>
                </a:path>
              </a:pathLst>
            </a:custGeom>
            <a:ln w="19050" cap="sq">
              <a:solidFill>
                <a:srgbClr val="F1EFE7"/>
              </a:solidFill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88900"/>
              <a:ext cx="1333037" cy="13180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8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848675" y="8485529"/>
            <a:ext cx="392043" cy="392043"/>
          </a:xfrm>
          <a:custGeom>
            <a:avLst/>
            <a:gdLst/>
            <a:ahLst/>
            <a:cxnLst/>
            <a:rect l="l" t="t" r="r" b="b"/>
            <a:pathLst>
              <a:path w="392043" h="392043">
                <a:moveTo>
                  <a:pt x="0" y="0"/>
                </a:moveTo>
                <a:lnTo>
                  <a:pt x="392043" y="0"/>
                </a:lnTo>
                <a:lnTo>
                  <a:pt x="392043" y="392043"/>
                </a:lnTo>
                <a:lnTo>
                  <a:pt x="0" y="392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" name="Freeform 6"/>
          <p:cNvSpPr/>
          <p:nvPr/>
        </p:nvSpPr>
        <p:spPr>
          <a:xfrm>
            <a:off x="4821355" y="1409428"/>
            <a:ext cx="419363" cy="419363"/>
          </a:xfrm>
          <a:custGeom>
            <a:avLst/>
            <a:gdLst/>
            <a:ahLst/>
            <a:cxnLst/>
            <a:rect l="l" t="t" r="r" b="b"/>
            <a:pathLst>
              <a:path w="419363" h="419363">
                <a:moveTo>
                  <a:pt x="0" y="0"/>
                </a:moveTo>
                <a:lnTo>
                  <a:pt x="419363" y="0"/>
                </a:lnTo>
                <a:lnTo>
                  <a:pt x="419363" y="419364"/>
                </a:lnTo>
                <a:lnTo>
                  <a:pt x="0" y="4193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AutoShape 7"/>
          <p:cNvSpPr/>
          <p:nvPr/>
        </p:nvSpPr>
        <p:spPr>
          <a:xfrm>
            <a:off x="-483217" y="942975"/>
            <a:ext cx="20553646" cy="80962"/>
          </a:xfrm>
          <a:prstGeom prst="line">
            <a:avLst/>
          </a:prstGeom>
          <a:ln w="9525" cap="flat">
            <a:solidFill>
              <a:srgbClr val="F1EFE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8" name="AutoShape 8"/>
          <p:cNvSpPr/>
          <p:nvPr/>
        </p:nvSpPr>
        <p:spPr>
          <a:xfrm>
            <a:off x="-483217" y="9263062"/>
            <a:ext cx="20553646" cy="80962"/>
          </a:xfrm>
          <a:prstGeom prst="line">
            <a:avLst/>
          </a:prstGeom>
          <a:ln w="9525" cap="flat">
            <a:solidFill>
              <a:srgbClr val="F1EFE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grpSp>
        <p:nvGrpSpPr>
          <p:cNvPr id="9" name="Group 9"/>
          <p:cNvGrpSpPr/>
          <p:nvPr/>
        </p:nvGrpSpPr>
        <p:grpSpPr>
          <a:xfrm>
            <a:off x="10550741" y="644297"/>
            <a:ext cx="2124754" cy="834351"/>
            <a:chOff x="0" y="0"/>
            <a:chExt cx="559606" cy="2197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9606" cy="219747"/>
            </a:xfrm>
            <a:custGeom>
              <a:avLst/>
              <a:gdLst/>
              <a:ahLst/>
              <a:cxnLst/>
              <a:rect l="l" t="t" r="r" b="b"/>
              <a:pathLst>
                <a:path w="559606" h="219747">
                  <a:moveTo>
                    <a:pt x="0" y="0"/>
                  </a:moveTo>
                  <a:lnTo>
                    <a:pt x="559606" y="0"/>
                  </a:lnTo>
                  <a:lnTo>
                    <a:pt x="559606" y="219747"/>
                  </a:lnTo>
                  <a:lnTo>
                    <a:pt x="0" y="219747"/>
                  </a:ln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59606" cy="257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8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303049" y="8831197"/>
            <a:ext cx="7452060" cy="834351"/>
            <a:chOff x="0" y="0"/>
            <a:chExt cx="1962682" cy="2197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62683" cy="219747"/>
            </a:xfrm>
            <a:custGeom>
              <a:avLst/>
              <a:gdLst/>
              <a:ahLst/>
              <a:cxnLst/>
              <a:rect l="l" t="t" r="r" b="b"/>
              <a:pathLst>
                <a:path w="1962683" h="219747">
                  <a:moveTo>
                    <a:pt x="0" y="0"/>
                  </a:moveTo>
                  <a:lnTo>
                    <a:pt x="1962683" y="0"/>
                  </a:lnTo>
                  <a:lnTo>
                    <a:pt x="1962683" y="219747"/>
                  </a:lnTo>
                  <a:lnTo>
                    <a:pt x="0" y="219747"/>
                  </a:ln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962682" cy="257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8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143936" flipH="1">
            <a:off x="10908925" y="643773"/>
            <a:ext cx="6626740" cy="10624033"/>
          </a:xfrm>
          <a:custGeom>
            <a:avLst/>
            <a:gdLst/>
            <a:ahLst/>
            <a:cxnLst/>
            <a:rect l="l" t="t" r="r" b="b"/>
            <a:pathLst>
              <a:path w="6626740" h="10624033">
                <a:moveTo>
                  <a:pt x="6626741" y="0"/>
                </a:moveTo>
                <a:lnTo>
                  <a:pt x="0" y="0"/>
                </a:lnTo>
                <a:lnTo>
                  <a:pt x="0" y="10624033"/>
                </a:lnTo>
                <a:lnTo>
                  <a:pt x="6626741" y="10624033"/>
                </a:lnTo>
                <a:lnTo>
                  <a:pt x="662674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6" name="Freeform 16"/>
          <p:cNvSpPr/>
          <p:nvPr/>
        </p:nvSpPr>
        <p:spPr>
          <a:xfrm>
            <a:off x="8703470" y="4806762"/>
            <a:ext cx="3972025" cy="6338338"/>
          </a:xfrm>
          <a:custGeom>
            <a:avLst/>
            <a:gdLst/>
            <a:ahLst/>
            <a:cxnLst/>
            <a:rect l="l" t="t" r="r" b="b"/>
            <a:pathLst>
              <a:path w="3972025" h="6338338">
                <a:moveTo>
                  <a:pt x="0" y="0"/>
                </a:moveTo>
                <a:lnTo>
                  <a:pt x="3972025" y="0"/>
                </a:lnTo>
                <a:lnTo>
                  <a:pt x="3972025" y="6338337"/>
                </a:lnTo>
                <a:lnTo>
                  <a:pt x="0" y="63383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7" name="TextBox 17"/>
          <p:cNvSpPr txBox="1"/>
          <p:nvPr/>
        </p:nvSpPr>
        <p:spPr>
          <a:xfrm>
            <a:off x="2317702" y="3681754"/>
            <a:ext cx="5453989" cy="480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1EFE7"/>
                </a:solidFill>
                <a:latin typeface="IBM Plex Sans"/>
                <a:ea typeface="IBM Plex Sans"/>
                <a:cs typeface="IBM Plex Sans"/>
                <a:sym typeface="IBM Plex Sans"/>
              </a:rPr>
              <a:t>es aquella que se utiliza para atraer la atención sobre la forma del mensaje mismo, buscando generar un efecto estético, expresivo, emotivo o artístico en el receptor.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F1EFE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1EFE7"/>
                </a:solidFill>
                <a:latin typeface="IBM Plex Sans"/>
                <a:ea typeface="IBM Plex Sans"/>
                <a:cs typeface="IBM Plex Sans"/>
                <a:sym typeface="IBM Plex Sans"/>
              </a:rPr>
              <a:t>Fue teorizada por el lingüista Roman Jakobson, quien identificó que, en esta función, el foco principal no es qué se dice (el contenido objetivo), sino cómo se dice.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82513" y="2327112"/>
            <a:ext cx="5869993" cy="1110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  <a:spcBef>
                <a:spcPct val="0"/>
              </a:spcBef>
            </a:pPr>
            <a:r>
              <a:rPr lang="en-US" sz="5000" dirty="0">
                <a:solidFill>
                  <a:srgbClr val="F1EFE7"/>
                </a:solidFill>
                <a:latin typeface="Anton"/>
                <a:ea typeface="Anton"/>
                <a:cs typeface="Anton"/>
                <a:sym typeface="Anton"/>
              </a:rPr>
              <a:t>FUNCIÓN POÉTICA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07332" y="903391"/>
            <a:ext cx="19702664" cy="4762"/>
          </a:xfrm>
          <a:prstGeom prst="line">
            <a:avLst/>
          </a:prstGeom>
          <a:ln w="9525" cap="flat">
            <a:solidFill>
              <a:srgbClr val="29292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12296363" y="4825102"/>
            <a:ext cx="391888" cy="391888"/>
          </a:xfrm>
          <a:custGeom>
            <a:avLst/>
            <a:gdLst/>
            <a:ahLst/>
            <a:cxnLst/>
            <a:rect l="l" t="t" r="r" b="b"/>
            <a:pathLst>
              <a:path w="391888" h="391888">
                <a:moveTo>
                  <a:pt x="0" y="0"/>
                </a:moveTo>
                <a:lnTo>
                  <a:pt x="391888" y="0"/>
                </a:lnTo>
                <a:lnTo>
                  <a:pt x="391888" y="391889"/>
                </a:lnTo>
                <a:lnTo>
                  <a:pt x="0" y="3918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4" name="Group 4"/>
          <p:cNvGrpSpPr/>
          <p:nvPr/>
        </p:nvGrpSpPr>
        <p:grpSpPr>
          <a:xfrm>
            <a:off x="8241985" y="1843623"/>
            <a:ext cx="8541280" cy="3619334"/>
            <a:chOff x="0" y="0"/>
            <a:chExt cx="1407003" cy="5962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7003" cy="596212"/>
            </a:xfrm>
            <a:custGeom>
              <a:avLst/>
              <a:gdLst/>
              <a:ahLst/>
              <a:cxnLst/>
              <a:rect l="l" t="t" r="r" b="b"/>
              <a:pathLst>
                <a:path w="1407003" h="596212">
                  <a:moveTo>
                    <a:pt x="469254" y="19070"/>
                  </a:moveTo>
                  <a:cubicBezTo>
                    <a:pt x="541155" y="7556"/>
                    <a:pt x="623394" y="0"/>
                    <a:pt x="703880" y="0"/>
                  </a:cubicBezTo>
                  <a:cubicBezTo>
                    <a:pt x="784369" y="0"/>
                    <a:pt x="861819" y="6476"/>
                    <a:pt x="933192" y="17990"/>
                  </a:cubicBezTo>
                  <a:cubicBezTo>
                    <a:pt x="934712" y="18350"/>
                    <a:pt x="936230" y="18350"/>
                    <a:pt x="937748" y="18710"/>
                  </a:cubicBezTo>
                  <a:cubicBezTo>
                    <a:pt x="1205785" y="64765"/>
                    <a:pt x="1403206" y="186379"/>
                    <a:pt x="1407003" y="323691"/>
                  </a:cubicBezTo>
                  <a:lnTo>
                    <a:pt x="1407003" y="596212"/>
                  </a:lnTo>
                  <a:lnTo>
                    <a:pt x="0" y="596212"/>
                  </a:lnTo>
                  <a:lnTo>
                    <a:pt x="0" y="323893"/>
                  </a:lnTo>
                  <a:cubicBezTo>
                    <a:pt x="3797" y="185660"/>
                    <a:pt x="198180" y="64045"/>
                    <a:pt x="469254" y="19070"/>
                  </a:cubicBezTo>
                  <a:close/>
                </a:path>
              </a:pathLst>
            </a:custGeom>
            <a:ln w="19050" cap="sq">
              <a:solidFill>
                <a:srgbClr val="292929"/>
              </a:solidFill>
              <a:prstDash val="solid"/>
              <a:miter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8900"/>
              <a:ext cx="1407003" cy="50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8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2264761" y="2206294"/>
            <a:ext cx="391888" cy="391888"/>
          </a:xfrm>
          <a:custGeom>
            <a:avLst/>
            <a:gdLst/>
            <a:ahLst/>
            <a:cxnLst/>
            <a:rect l="l" t="t" r="r" b="b"/>
            <a:pathLst>
              <a:path w="391888" h="391888">
                <a:moveTo>
                  <a:pt x="0" y="0"/>
                </a:moveTo>
                <a:lnTo>
                  <a:pt x="391889" y="0"/>
                </a:lnTo>
                <a:lnTo>
                  <a:pt x="391889" y="391888"/>
                </a:lnTo>
                <a:lnTo>
                  <a:pt x="0" y="391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AutoShape 8"/>
          <p:cNvSpPr/>
          <p:nvPr/>
        </p:nvSpPr>
        <p:spPr>
          <a:xfrm>
            <a:off x="7220918" y="9584054"/>
            <a:ext cx="14946676" cy="25449"/>
          </a:xfrm>
          <a:prstGeom prst="line">
            <a:avLst/>
          </a:prstGeom>
          <a:ln w="9525" cap="flat">
            <a:solidFill>
              <a:srgbClr val="29292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grpSp>
        <p:nvGrpSpPr>
          <p:cNvPr id="9" name="Group 9"/>
          <p:cNvGrpSpPr/>
          <p:nvPr/>
        </p:nvGrpSpPr>
        <p:grpSpPr>
          <a:xfrm>
            <a:off x="3194159" y="802731"/>
            <a:ext cx="1795967" cy="1331323"/>
            <a:chOff x="0" y="0"/>
            <a:chExt cx="473012" cy="3506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3012" cy="350637"/>
            </a:xfrm>
            <a:custGeom>
              <a:avLst/>
              <a:gdLst/>
              <a:ahLst/>
              <a:cxnLst/>
              <a:rect l="l" t="t" r="r" b="b"/>
              <a:pathLst>
                <a:path w="473012" h="350637">
                  <a:moveTo>
                    <a:pt x="0" y="0"/>
                  </a:moveTo>
                  <a:lnTo>
                    <a:pt x="473012" y="0"/>
                  </a:lnTo>
                  <a:lnTo>
                    <a:pt x="473012" y="350637"/>
                  </a:lnTo>
                  <a:lnTo>
                    <a:pt x="0" y="350637"/>
                  </a:lnTo>
                  <a:close/>
                </a:path>
              </a:pathLst>
            </a:custGeom>
            <a:solidFill>
              <a:srgbClr val="F1EFE7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73012" cy="388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28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409563" y="1028700"/>
            <a:ext cx="6500971" cy="8728359"/>
          </a:xfrm>
          <a:custGeom>
            <a:avLst/>
            <a:gdLst/>
            <a:ahLst/>
            <a:cxnLst/>
            <a:rect l="l" t="t" r="r" b="b"/>
            <a:pathLst>
              <a:path w="6500971" h="8728359">
                <a:moveTo>
                  <a:pt x="0" y="0"/>
                </a:moveTo>
                <a:lnTo>
                  <a:pt x="6500970" y="0"/>
                </a:lnTo>
                <a:lnTo>
                  <a:pt x="6500970" y="8728359"/>
                </a:lnTo>
                <a:lnTo>
                  <a:pt x="0" y="87283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71" t="-17595" r="-818" b="-17595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3" name="TextBox 13"/>
          <p:cNvSpPr txBox="1"/>
          <p:nvPr/>
        </p:nvSpPr>
        <p:spPr>
          <a:xfrm>
            <a:off x="8515721" y="2664857"/>
            <a:ext cx="7993808" cy="2163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36"/>
              </a:lnSpc>
              <a:spcBef>
                <a:spcPct val="0"/>
              </a:spcBef>
            </a:pPr>
            <a:r>
              <a:rPr lang="en-US" sz="6240">
                <a:solidFill>
                  <a:srgbClr val="292929"/>
                </a:solidFill>
                <a:latin typeface="Anton"/>
                <a:ea typeface="Anton"/>
                <a:cs typeface="Anton"/>
                <a:sym typeface="Anton"/>
              </a:rPr>
              <a:t>PILARES DE LA FUNCIÓN POÉTICA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04252" y="5900401"/>
            <a:ext cx="9881159" cy="4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4039" lvl="1" indent="-282019" algn="l">
              <a:lnSpc>
                <a:spcPts val="3657"/>
              </a:lnSpc>
              <a:buFont typeface="Arial"/>
              <a:buChar char="•"/>
            </a:pPr>
            <a:r>
              <a:rPr lang="en-US" sz="2612" b="1" i="1" spc="28">
                <a:solidFill>
                  <a:srgbClr val="292929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ROMÁN JAKOBSON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41985" y="6790171"/>
            <a:ext cx="8541280" cy="198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66"/>
              </a:lnSpc>
            </a:pPr>
            <a:r>
              <a:rPr lang="en-US" sz="2261">
                <a:solidFill>
                  <a:srgbClr val="292929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Prioriza la forma, y ritmo del mensaje sobre el simple dato. Mediante recursos retóricos y plurisig nificación, convierte la comunicación en una experiencia estética abierta a múltiples interpretaciones, presente tanto en la literatura como en la publicidad y el habla cotidiana.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44831" y="544260"/>
            <a:ext cx="3498848" cy="25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8"/>
              </a:lnSpc>
              <a:spcBef>
                <a:spcPct val="0"/>
              </a:spcBef>
            </a:pPr>
            <a:r>
              <a:rPr lang="en-US" sz="1448" b="1" spc="15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GALERÍA DE ARTE BORCELLE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Óvalo"/>
          <p:cNvSpPr>
            <a:spLocks/>
          </p:cNvSpPr>
          <p:nvPr/>
        </p:nvSpPr>
        <p:spPr>
          <a:xfrm>
            <a:off x="14950441" y="342900"/>
            <a:ext cx="3154679" cy="3154680"/>
          </a:xfrm>
          <a:prstGeom prst="ellipse">
            <a:avLst/>
          </a:prstGeom>
          <a:solidFill>
            <a:srgbClr val="D6AE65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/>
          <a:lstStyle/>
          <a:p>
            <a:endParaRPr lang="es-CO" sz="2700"/>
          </a:p>
        </p:txBody>
      </p:sp>
      <p:sp>
        <p:nvSpPr>
          <p:cNvPr id="24" name="Óvalo"/>
          <p:cNvSpPr>
            <a:spLocks/>
          </p:cNvSpPr>
          <p:nvPr/>
        </p:nvSpPr>
        <p:spPr>
          <a:xfrm>
            <a:off x="205740" y="7818120"/>
            <a:ext cx="2743200" cy="2743200"/>
          </a:xfrm>
          <a:prstGeom prst="ellipse">
            <a:avLst/>
          </a:prstGeom>
          <a:solidFill>
            <a:srgbClr val="CA85AA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/>
          <a:lstStyle/>
          <a:p>
            <a:endParaRPr lang="es-CO" sz="2700"/>
          </a:p>
        </p:txBody>
      </p:sp>
      <p:sp>
        <p:nvSpPr>
          <p:cNvPr id="25" name="Rectángulo"/>
          <p:cNvSpPr>
            <a:spLocks/>
          </p:cNvSpPr>
          <p:nvPr/>
        </p:nvSpPr>
        <p:spPr>
          <a:xfrm>
            <a:off x="4076651" y="761902"/>
            <a:ext cx="10088979" cy="80791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137160" tIns="68580" rIns="137160" bIns="68580" anchor="ctr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4350" b="1">
                <a:solidFill>
                  <a:srgbClr val="F5EBD7"/>
                </a:solidFill>
                <a:latin typeface="Georgia" charset="0"/>
                <a:ea typeface="宋体" charset="0"/>
                <a:cs typeface="Calibri" charset="0"/>
              </a:rPr>
              <a:t>EJEMPLO DE FUNCIÓN POÉTICA</a:t>
            </a:r>
            <a:endParaRPr lang="zh-CN" altLang="en-US" sz="4350" b="1">
              <a:solidFill>
                <a:srgbClr val="F5EBD7"/>
              </a:solidFill>
              <a:latin typeface="Georgia" charset="0"/>
              <a:ea typeface="宋体" charset="0"/>
              <a:cs typeface="Calibri" charset="0"/>
            </a:endParaRPr>
          </a:p>
        </p:txBody>
      </p:sp>
      <p:sp>
        <p:nvSpPr>
          <p:cNvPr id="26" name="Rectángulo"/>
          <p:cNvSpPr>
            <a:spLocks/>
          </p:cNvSpPr>
          <p:nvPr/>
        </p:nvSpPr>
        <p:spPr>
          <a:xfrm>
            <a:off x="4660143" y="2243896"/>
            <a:ext cx="8921994" cy="161582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137160" tIns="68580" rIns="137160" bIns="68580" anchor="ctr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4800" b="1" i="1">
                <a:solidFill>
                  <a:srgbClr val="CA85AA"/>
                </a:solidFill>
                <a:latin typeface="Georgia" charset="0"/>
                <a:ea typeface="宋体" charset="0"/>
                <a:cs typeface="Calibri" charset="0"/>
              </a:rPr>
              <a:t>“El viento susurra secretos
entre las hojas.”</a:t>
            </a:r>
            <a:endParaRPr lang="zh-CN" altLang="en-US" sz="4800" b="1" i="1">
              <a:solidFill>
                <a:srgbClr val="CA85AA"/>
              </a:solidFill>
              <a:latin typeface="Georgia" charset="0"/>
              <a:ea typeface="宋体" charset="0"/>
              <a:cs typeface="Calibri" charset="0"/>
            </a:endParaRPr>
          </a:p>
        </p:txBody>
      </p:sp>
      <p:sp>
        <p:nvSpPr>
          <p:cNvPr id="27" name="Rectángulo"/>
          <p:cNvSpPr>
            <a:spLocks/>
          </p:cNvSpPr>
          <p:nvPr/>
        </p:nvSpPr>
        <p:spPr>
          <a:xfrm>
            <a:off x="7475220" y="4320541"/>
            <a:ext cx="3291840" cy="34289"/>
          </a:xfrm>
          <a:prstGeom prst="rect">
            <a:avLst/>
          </a:prstGeom>
          <a:solidFill>
            <a:srgbClr val="D6AE65"/>
          </a:solidFill>
          <a:ln w="9525" cap="flat" cmpd="sng">
            <a:noFill/>
            <a:prstDash val="solid"/>
            <a:round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/>
          <a:lstStyle/>
          <a:p>
            <a:endParaRPr lang="es-CO" sz="2700"/>
          </a:p>
        </p:txBody>
      </p:sp>
      <p:sp>
        <p:nvSpPr>
          <p:cNvPr id="28" name="Rectángulo"/>
          <p:cNvSpPr>
            <a:spLocks/>
          </p:cNvSpPr>
          <p:nvPr/>
        </p:nvSpPr>
        <p:spPr>
          <a:xfrm>
            <a:off x="6864881" y="4740548"/>
            <a:ext cx="4512517" cy="6001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137160" tIns="68580" rIns="137160" bIns="68580" anchor="ctr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>
                <a:solidFill>
                  <a:srgbClr val="D6AE65"/>
                </a:solidFill>
                <a:latin typeface="Aptos" charset="0"/>
                <a:ea typeface="宋体" charset="0"/>
                <a:cs typeface="Calibri" charset="0"/>
              </a:rPr>
              <a:t>¿Por qué es un ejemplo?</a:t>
            </a:r>
            <a:endParaRPr lang="zh-CN" altLang="en-US" sz="3000" b="1">
              <a:solidFill>
                <a:srgbClr val="D6AE65"/>
              </a:solidFill>
              <a:latin typeface="Aptos" charset="0"/>
              <a:ea typeface="宋体" charset="0"/>
              <a:cs typeface="Calibri" charset="0"/>
            </a:endParaRPr>
          </a:p>
        </p:txBody>
      </p:sp>
      <p:sp>
        <p:nvSpPr>
          <p:cNvPr id="29" name="Rectángulo"/>
          <p:cNvSpPr>
            <a:spLocks/>
          </p:cNvSpPr>
          <p:nvPr/>
        </p:nvSpPr>
        <p:spPr>
          <a:xfrm>
            <a:off x="4598926" y="5891518"/>
            <a:ext cx="9113008" cy="131574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137160" tIns="68580" rIns="137160" bIns="68580" anchor="ctr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2550">
                <a:solidFill>
                  <a:srgbClr val="FAF8F5"/>
                </a:solidFill>
                <a:latin typeface="Aptos" charset="0"/>
                <a:ea typeface="宋体" charset="0"/>
                <a:cs typeface="Calibri" charset="0"/>
              </a:rPr>
              <a:t>El mensaje no solo informa que hay viento.
La expresión “el viento susurra” utiliza una personificación,
creando una imagen y dando importancia a la forma de decirlo.</a:t>
            </a:r>
            <a:endParaRPr lang="zh-CN" altLang="en-US" sz="2550">
              <a:solidFill>
                <a:srgbClr val="FAF8F5"/>
              </a:solidFill>
              <a:latin typeface="Aptos" charset="0"/>
              <a:ea typeface="宋体" charset="0"/>
              <a:cs typeface="Calibri" charset="0"/>
            </a:endParaRPr>
          </a:p>
        </p:txBody>
      </p:sp>
      <p:sp>
        <p:nvSpPr>
          <p:cNvPr id="30" name="Rectángulo"/>
          <p:cNvSpPr>
            <a:spLocks/>
          </p:cNvSpPr>
          <p:nvPr/>
        </p:nvSpPr>
        <p:spPr>
          <a:xfrm>
            <a:off x="5816838" y="8306040"/>
            <a:ext cx="6608604" cy="7386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137160" tIns="68580" rIns="137160" bIns="68580" anchor="ctr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1950">
                <a:solidFill>
                  <a:srgbClr val="BEAAB9"/>
                </a:solidFill>
                <a:latin typeface="Aptos" charset="0"/>
                <a:ea typeface="宋体" charset="0"/>
                <a:cs typeface="Calibri" charset="0"/>
              </a:rPr>
              <a:t>Forma directa: “El viento mueve las hojas.”
Forma poética: “El viento susurra secretos entre las hojas.”</a:t>
            </a:r>
            <a:endParaRPr lang="zh-CN" altLang="en-US" sz="1950">
              <a:solidFill>
                <a:srgbClr val="BEAAB9"/>
              </a:solidFill>
              <a:latin typeface="Aptos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89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950440" y="6309360"/>
            <a:ext cx="5760720" cy="5760720"/>
          </a:xfrm>
          <a:prstGeom prst="ellipse">
            <a:avLst/>
          </a:prstGeom>
          <a:solidFill>
            <a:srgbClr val="D3A75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2194560" y="-1920240"/>
            <a:ext cx="4663440" cy="4663440"/>
          </a:xfrm>
          <a:prstGeom prst="ellipse">
            <a:avLst/>
          </a:prstGeom>
          <a:solidFill>
            <a:srgbClr val="C98A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13098780" y="480060"/>
            <a:ext cx="1577340" cy="1577340"/>
          </a:xfrm>
          <a:prstGeom prst="ellipse">
            <a:avLst/>
          </a:prstGeom>
          <a:solidFill>
            <a:srgbClr val="F2EAD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1727180" y="2125980"/>
            <a:ext cx="82296" cy="82296"/>
          </a:xfrm>
          <a:prstGeom prst="ellipse">
            <a:avLst/>
          </a:prstGeom>
          <a:solidFill>
            <a:srgbClr val="F2EAD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125980" y="7612380"/>
            <a:ext cx="109728" cy="109728"/>
          </a:xfrm>
          <a:prstGeom prst="ellipse">
            <a:avLst/>
          </a:prstGeom>
          <a:solidFill>
            <a:srgbClr val="D3A75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9464040" y="8983980"/>
            <a:ext cx="82296" cy="82296"/>
          </a:xfrm>
          <a:prstGeom prst="ellipse">
            <a:avLst/>
          </a:prstGeom>
          <a:solidFill>
            <a:srgbClr val="C98A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371600" y="2948940"/>
            <a:ext cx="15540228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en-US" sz="5100" i="1" dirty="0">
                <a:solidFill>
                  <a:srgbClr val="C98A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mensaje se despide,</a:t>
            </a:r>
            <a:endParaRPr lang="en-US" sz="5100" dirty="0"/>
          </a:p>
          <a:p>
            <a:pPr algn="ctr">
              <a:lnSpc>
                <a:spcPct val="130000"/>
              </a:lnSpc>
            </a:pPr>
            <a:r>
              <a:rPr lang="en-US" sz="5100" i="1" dirty="0">
                <a:solidFill>
                  <a:srgbClr val="C98A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pero la forma se queda.</a:t>
            </a:r>
            <a:endParaRPr lang="en-US" sz="5100" dirty="0"/>
          </a:p>
        </p:txBody>
      </p:sp>
      <p:sp>
        <p:nvSpPr>
          <p:cNvPr id="9" name="Text 7"/>
          <p:cNvSpPr/>
          <p:nvPr/>
        </p:nvSpPr>
        <p:spPr>
          <a:xfrm>
            <a:off x="1371600" y="5417820"/>
            <a:ext cx="15540228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50" b="1" kern="0" spc="450" dirty="0">
                <a:solidFill>
                  <a:srgbClr val="D3A7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FUNCIÓN POÉTICA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2743200" y="6515100"/>
            <a:ext cx="12797028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50" dirty="0">
                <a:solidFill>
                  <a:srgbClr val="C9C2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 por escuchar cómo el lenguaje también puede ser arte.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71600" y="8778240"/>
            <a:ext cx="15540228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Samuel Salazar Nanclares  ·  Oliver Nieto Osorio  ·  Sara Sofía David David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71600" y="9217152"/>
            <a:ext cx="155402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 / ADSO  ·  Ficha 3406211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71600" y="9601200"/>
            <a:ext cx="155402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D3A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Kenia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22</TotalTime>
  <Words>410</Words>
  <Application>Microsoft Office PowerPoint</Application>
  <PresentationFormat>Custom</PresentationFormat>
  <Paragraphs>72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Anton</vt:lpstr>
      <vt:lpstr>Georgia</vt:lpstr>
      <vt:lpstr>Aptos</vt:lpstr>
      <vt:lpstr>Aileron</vt:lpstr>
      <vt:lpstr>Neue Haas Grotesk Text Pro</vt:lpstr>
      <vt:lpstr>IBM Plex Sans Bold Italics</vt:lpstr>
      <vt:lpstr>Calibri</vt:lpstr>
      <vt:lpstr>IBM Plex Sans Bold</vt:lpstr>
      <vt:lpstr>Arial</vt:lpstr>
      <vt:lpstr>IBM Plex Sans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Diapositivas Galería de Arte Moderno Profesional Negro y Beige</dc:title>
  <dc:creator>Samuel</dc:creator>
  <cp:lastModifiedBy>Oliver Nieto Osorio</cp:lastModifiedBy>
  <cp:revision>9</cp:revision>
  <dcterms:created xsi:type="dcterms:W3CDTF">2006-08-16T00:00:00Z</dcterms:created>
  <dcterms:modified xsi:type="dcterms:W3CDTF">2026-08-19T22:46:30Z</dcterms:modified>
  <dc:identifier>DAHSryr0D5g</dc:identifier>
</cp:coreProperties>
</file>